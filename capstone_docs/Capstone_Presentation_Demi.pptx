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9" r:id="rId2"/>
    <p:sldId id="270" r:id="rId3"/>
    <p:sldId id="273" r:id="rId4"/>
    <p:sldId id="272" r:id="rId5"/>
    <p:sldId id="275" r:id="rId6"/>
    <p:sldId id="274" r:id="rId7"/>
    <p:sldId id="27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039" autoAdjust="0"/>
  </p:normalViewPr>
  <p:slideViewPr>
    <p:cSldViewPr snapToGrid="0" snapToObjects="1">
      <p:cViewPr varScale="1">
        <p:scale>
          <a:sx n="78" d="100"/>
          <a:sy n="78" d="100"/>
        </p:scale>
        <p:origin x="159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26FB88-58DB-4A8B-898C-B07B40F55F00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0F14C0-3575-4052-AFD6-9CCD06932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550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0F14C0-3575-4052-AFD6-9CCD069328C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1576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0F14C0-3575-4052-AFD6-9CCD069328C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9473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0F14C0-3575-4052-AFD6-9CCD069328C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3025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0F14C0-3575-4052-AFD6-9CCD069328C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518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0F14C0-3575-4052-AFD6-9CCD069328C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936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0F14C0-3575-4052-AFD6-9CCD069328C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64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F6C14-BB5D-684F-808B-BB126292E2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581076"/>
            <a:ext cx="6858000" cy="952648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 Expectancy AI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EDC278-0E4B-7E40-A3ED-34498A47B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634960"/>
            <a:ext cx="6858000" cy="1241822"/>
          </a:xfrm>
        </p:spPr>
        <p:txBody>
          <a:bodyPr>
            <a:normAutofit fontScale="77500" lnSpcReduction="20000"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Demi Oluwafemi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 CIS &amp; Business Analytics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58259A-4ABA-2C49-AE79-F40EA3AB90A7}"/>
              </a:ext>
            </a:extLst>
          </p:cNvPr>
          <p:cNvSpPr/>
          <p:nvPr/>
        </p:nvSpPr>
        <p:spPr>
          <a:xfrm>
            <a:off x="-9268" y="857250"/>
            <a:ext cx="9153268" cy="547099"/>
          </a:xfrm>
          <a:prstGeom prst="rect">
            <a:avLst/>
          </a:prstGeom>
          <a:solidFill>
            <a:srgbClr val="450012"/>
          </a:solidFill>
          <a:ln>
            <a:solidFill>
              <a:srgbClr val="551D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rgbClr val="450012"/>
              </a:solidFill>
              <a:highlight>
                <a:srgbClr val="450012"/>
              </a:highligh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BF7816-38E0-CC42-A5EF-76EF8107543A}"/>
              </a:ext>
            </a:extLst>
          </p:cNvPr>
          <p:cNvSpPr/>
          <p:nvPr/>
        </p:nvSpPr>
        <p:spPr>
          <a:xfrm>
            <a:off x="-9268" y="4147237"/>
            <a:ext cx="9153268" cy="1853513"/>
          </a:xfrm>
          <a:prstGeom prst="rect">
            <a:avLst/>
          </a:prstGeom>
          <a:solidFill>
            <a:srgbClr val="450012"/>
          </a:solidFill>
          <a:ln>
            <a:solidFill>
              <a:srgbClr val="551D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rgbClr val="45001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CE2F2F-85A1-F944-93B8-D48F89801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6862" y="4837901"/>
            <a:ext cx="4065373" cy="53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2013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004"/>
    </mc:Choice>
    <mc:Fallback>
      <p:transition spd="slow" advTm="2200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E58259A-4ABA-2C49-AE79-F40EA3AB90A7}"/>
              </a:ext>
            </a:extLst>
          </p:cNvPr>
          <p:cNvSpPr/>
          <p:nvPr/>
        </p:nvSpPr>
        <p:spPr>
          <a:xfrm>
            <a:off x="-9268" y="857250"/>
            <a:ext cx="9153268" cy="213155"/>
          </a:xfrm>
          <a:prstGeom prst="rect">
            <a:avLst/>
          </a:prstGeom>
          <a:solidFill>
            <a:srgbClr val="450012"/>
          </a:solidFill>
          <a:ln>
            <a:solidFill>
              <a:srgbClr val="551D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rgbClr val="45001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BF7816-38E0-CC42-A5EF-76EF8107543A}"/>
              </a:ext>
            </a:extLst>
          </p:cNvPr>
          <p:cNvSpPr/>
          <p:nvPr/>
        </p:nvSpPr>
        <p:spPr>
          <a:xfrm>
            <a:off x="-9268" y="5453649"/>
            <a:ext cx="9153268" cy="547099"/>
          </a:xfrm>
          <a:prstGeom prst="rect">
            <a:avLst/>
          </a:prstGeom>
          <a:solidFill>
            <a:srgbClr val="450012"/>
          </a:solidFill>
          <a:ln>
            <a:solidFill>
              <a:srgbClr val="551D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rgbClr val="45001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CE2F2F-85A1-F944-93B8-D48F89801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146" y="5582314"/>
            <a:ext cx="2190234" cy="2897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4F6C14-BB5D-684F-808B-BB126292E2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588" y="5582314"/>
            <a:ext cx="2643780" cy="332676"/>
          </a:xfrm>
        </p:spPr>
        <p:txBody>
          <a:bodyPr>
            <a:no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Life Expectancy AI</a:t>
            </a:r>
            <a:b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CISBA Capstone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BEF4AE7-E720-6C40-A55F-C4BAEC469441}"/>
              </a:ext>
            </a:extLst>
          </p:cNvPr>
          <p:cNvSpPr txBox="1">
            <a:spLocks/>
          </p:cNvSpPr>
          <p:nvPr/>
        </p:nvSpPr>
        <p:spPr>
          <a:xfrm>
            <a:off x="403486" y="2076523"/>
            <a:ext cx="8327760" cy="3004586"/>
          </a:xfrm>
          <a:prstGeom prst="rect">
            <a:avLst/>
          </a:prstGeom>
        </p:spPr>
        <p:txBody>
          <a:bodyPr vert="horz" lIns="68580" tIns="34290" rIns="68580" bIns="34290" numCol="2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County‑level Decision Support System (DSS)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life expectancy using socioeconomic and health factors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on real public health data from the County Health Rankings dataset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Matters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 expectancy varies dramatically across U.S. counties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Decision‑makers often lack simple, interactive analytical tools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Communities need data‑driven what‑if insights to explore potential interventions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BA2A089-05B8-8040-AB8D-E190E2A5D6A7}"/>
              </a:ext>
            </a:extLst>
          </p:cNvPr>
          <p:cNvSpPr txBox="1">
            <a:spLocks/>
          </p:cNvSpPr>
          <p:nvPr/>
        </p:nvSpPr>
        <p:spPr>
          <a:xfrm>
            <a:off x="1485900" y="1189802"/>
            <a:ext cx="6172200" cy="857250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US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214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846EB-A654-0DD8-6C35-91656F970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0A54D5F-642D-2175-B89F-E904B586B780}"/>
              </a:ext>
            </a:extLst>
          </p:cNvPr>
          <p:cNvSpPr/>
          <p:nvPr/>
        </p:nvSpPr>
        <p:spPr>
          <a:xfrm>
            <a:off x="-9268" y="706103"/>
            <a:ext cx="9153268" cy="213155"/>
          </a:xfrm>
          <a:prstGeom prst="rect">
            <a:avLst/>
          </a:prstGeom>
          <a:solidFill>
            <a:srgbClr val="450012"/>
          </a:solidFill>
          <a:ln>
            <a:solidFill>
              <a:srgbClr val="551D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rgbClr val="45001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1C0BA5-1815-14D1-449E-75E3E0470567}"/>
              </a:ext>
            </a:extLst>
          </p:cNvPr>
          <p:cNvSpPr/>
          <p:nvPr/>
        </p:nvSpPr>
        <p:spPr>
          <a:xfrm>
            <a:off x="-9268" y="5453649"/>
            <a:ext cx="9153268" cy="547099"/>
          </a:xfrm>
          <a:prstGeom prst="rect">
            <a:avLst/>
          </a:prstGeom>
          <a:solidFill>
            <a:srgbClr val="450012"/>
          </a:solidFill>
          <a:ln>
            <a:solidFill>
              <a:srgbClr val="551D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rgbClr val="45001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5E6885D-5ADB-512C-C534-1725C1170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146" y="5582314"/>
            <a:ext cx="2190234" cy="2897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CFAA6C-37D0-DE2A-DC77-ECCEE2AEED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588" y="5582314"/>
            <a:ext cx="2295268" cy="332676"/>
          </a:xfrm>
        </p:spPr>
        <p:txBody>
          <a:bodyPr>
            <a:no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LIFE EXPECTANCY AI</a:t>
            </a:r>
            <a:b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CISBA CAPSTONE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69E5710-D303-AC0F-6589-E5527EF7DBEC}"/>
              </a:ext>
            </a:extLst>
          </p:cNvPr>
          <p:cNvSpPr txBox="1">
            <a:spLocks/>
          </p:cNvSpPr>
          <p:nvPr/>
        </p:nvSpPr>
        <p:spPr>
          <a:xfrm>
            <a:off x="285499" y="1759734"/>
            <a:ext cx="8327760" cy="3004586"/>
          </a:xfrm>
          <a:prstGeom prst="rect">
            <a:avLst/>
          </a:prstGeom>
        </p:spPr>
        <p:txBody>
          <a:bodyPr vert="horz" lIns="68580" tIns="34290" rIns="68580" bIns="34290" numCol="1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Management → Clean &amp; Merge </a:t>
            </a:r>
          </a:p>
          <a:p>
            <a:pPr algn="l">
              <a:lnSpc>
                <a:spcPct val="12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Transform raw public‑health data into a usable, consistent dataset.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→ Train &amp; Evaluate Model </a:t>
            </a:r>
          </a:p>
          <a:p>
            <a:pPr algn="l">
              <a:lnSpc>
                <a:spcPct val="12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Build and validate a predictive model for county‑level life expectancy.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Systems → Build Interactive Dashboard </a:t>
            </a:r>
          </a:p>
          <a:p>
            <a:pPr algn="l">
              <a:lnSpc>
                <a:spcPct val="12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Develop a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UI that lets users explore, predict, and run what‑if scenarios.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 → Ethical &amp; Secure Design </a:t>
            </a:r>
          </a:p>
          <a:p>
            <a:pPr algn="l">
              <a:lnSpc>
                <a:spcPct val="12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Add disclaimers, responsible‑use notes, and plan for secure deployment. </a:t>
            </a:r>
          </a:p>
          <a:p>
            <a:pPr algn="l">
              <a:lnSpc>
                <a:spcPct val="12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Synthesis of all 4 MS‑CISBA areas, A complete pipeline that integrates data, analytics, systems, and security into one functioning DSS.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F0F39DD-A27B-3CD1-B5EB-2B4200D8FDB8}"/>
              </a:ext>
            </a:extLst>
          </p:cNvPr>
          <p:cNvSpPr txBox="1">
            <a:spLocks/>
          </p:cNvSpPr>
          <p:nvPr/>
        </p:nvSpPr>
        <p:spPr>
          <a:xfrm>
            <a:off x="1481266" y="943010"/>
            <a:ext cx="6172200" cy="857250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IDEA TO DSS</a:t>
            </a:r>
            <a:endParaRPr lang="en-US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780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E58259A-4ABA-2C49-AE79-F40EA3AB90A7}"/>
              </a:ext>
            </a:extLst>
          </p:cNvPr>
          <p:cNvSpPr/>
          <p:nvPr/>
        </p:nvSpPr>
        <p:spPr>
          <a:xfrm>
            <a:off x="-9268" y="857250"/>
            <a:ext cx="9153268" cy="213155"/>
          </a:xfrm>
          <a:prstGeom prst="rect">
            <a:avLst/>
          </a:prstGeom>
          <a:solidFill>
            <a:srgbClr val="450012"/>
          </a:solidFill>
          <a:ln>
            <a:solidFill>
              <a:srgbClr val="551D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BF7816-38E0-CC42-A5EF-76EF8107543A}"/>
              </a:ext>
            </a:extLst>
          </p:cNvPr>
          <p:cNvSpPr/>
          <p:nvPr/>
        </p:nvSpPr>
        <p:spPr>
          <a:xfrm>
            <a:off x="-9268" y="5453652"/>
            <a:ext cx="9153268" cy="547099"/>
          </a:xfrm>
          <a:prstGeom prst="rect">
            <a:avLst/>
          </a:prstGeom>
          <a:solidFill>
            <a:srgbClr val="450012"/>
          </a:solidFill>
          <a:ln>
            <a:solidFill>
              <a:srgbClr val="551D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CE2F2F-85A1-F944-93B8-D48F89801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146" y="5582314"/>
            <a:ext cx="2190234" cy="2897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4F6C14-BB5D-684F-808B-BB126292E2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588" y="5582314"/>
            <a:ext cx="2295268" cy="332676"/>
          </a:xfrm>
        </p:spPr>
        <p:txBody>
          <a:bodyPr>
            <a:noAutofit/>
          </a:bodyPr>
          <a:lstStyle/>
          <a:p>
            <a:pPr algn="l"/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LIFE EXPECTANCY AI</a:t>
            </a:r>
            <a:b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CISBA CAPSTONE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BA2A089-05B8-8040-AB8D-E190E2A5D6A7}"/>
              </a:ext>
            </a:extLst>
          </p:cNvPr>
          <p:cNvSpPr txBox="1">
            <a:spLocks/>
          </p:cNvSpPr>
          <p:nvPr/>
        </p:nvSpPr>
        <p:spPr>
          <a:xfrm>
            <a:off x="1367913" y="1070504"/>
            <a:ext cx="6172200" cy="857250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0D086-703F-B944-7483-F3A54CC8D1E9}"/>
              </a:ext>
            </a:extLst>
          </p:cNvPr>
          <p:cNvSpPr txBox="1">
            <a:spLocks/>
          </p:cNvSpPr>
          <p:nvPr/>
        </p:nvSpPr>
        <p:spPr>
          <a:xfrm>
            <a:off x="6049227" y="2134321"/>
            <a:ext cx="2900153" cy="3153355"/>
          </a:xfrm>
          <a:prstGeom prst="rect">
            <a:avLst/>
          </a:prstGeom>
        </p:spPr>
        <p:txBody>
          <a:bodyPr vert="horz" lIns="68580" tIns="34290" rIns="68580" bIns="34290" numCol="1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Left: Features → Right: Benefits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Select any county →  Compare local conditions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Actual vs predicted values →  Understand gaps and disparities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 sliders for what‑if analysis →  Test potential interventions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 real‑time impact →  Support planning and decision‑making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A68EC3-CCCF-A66D-1112-EB3E5F78ED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419" r="2128"/>
          <a:stretch>
            <a:fillRect/>
          </a:stretch>
        </p:blipFill>
        <p:spPr>
          <a:xfrm>
            <a:off x="296066" y="2347072"/>
            <a:ext cx="5440806" cy="234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859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84301-7601-1374-7F8D-6F32B8566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AAC3E30-EAD4-7459-AB7E-340F804CC21F}"/>
              </a:ext>
            </a:extLst>
          </p:cNvPr>
          <p:cNvSpPr/>
          <p:nvPr/>
        </p:nvSpPr>
        <p:spPr>
          <a:xfrm>
            <a:off x="-9268" y="857250"/>
            <a:ext cx="9153268" cy="213155"/>
          </a:xfrm>
          <a:prstGeom prst="rect">
            <a:avLst/>
          </a:prstGeom>
          <a:solidFill>
            <a:srgbClr val="450012"/>
          </a:solidFill>
          <a:ln>
            <a:solidFill>
              <a:srgbClr val="551D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rgbClr val="45001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123E8A-E525-18DC-0FA3-BCEC101277C3}"/>
              </a:ext>
            </a:extLst>
          </p:cNvPr>
          <p:cNvSpPr/>
          <p:nvPr/>
        </p:nvSpPr>
        <p:spPr>
          <a:xfrm>
            <a:off x="-9268" y="5453649"/>
            <a:ext cx="9153268" cy="547099"/>
          </a:xfrm>
          <a:prstGeom prst="rect">
            <a:avLst/>
          </a:prstGeom>
          <a:solidFill>
            <a:srgbClr val="450012"/>
          </a:solidFill>
          <a:ln>
            <a:solidFill>
              <a:srgbClr val="551D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rgbClr val="45001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208701-42DC-C6C9-0986-B08E1C005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146" y="5582314"/>
            <a:ext cx="2190234" cy="2897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DAFDE6-240D-4007-7BA0-BF45C6530B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588" y="5582314"/>
            <a:ext cx="2643780" cy="332676"/>
          </a:xfrm>
        </p:spPr>
        <p:txBody>
          <a:bodyPr>
            <a:no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Life Expectancy AI</a:t>
            </a:r>
            <a:b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CISBA Capstone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7462FF9-377E-D49E-3466-3C4827194083}"/>
              </a:ext>
            </a:extLst>
          </p:cNvPr>
          <p:cNvSpPr txBox="1">
            <a:spLocks/>
          </p:cNvSpPr>
          <p:nvPr/>
        </p:nvSpPr>
        <p:spPr>
          <a:xfrm>
            <a:off x="206477" y="2084725"/>
            <a:ext cx="8524769" cy="3209539"/>
          </a:xfrm>
          <a:prstGeom prst="rect">
            <a:avLst/>
          </a:prstGeom>
        </p:spPr>
        <p:txBody>
          <a:bodyPr vert="horz" lIns="68580" tIns="34290" rIns="68580" bIns="34290" numCol="2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Management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messy multi‑sheet Excel from County Health Rankings 2025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Merged datasets using FIPS to produce a reliable, analysis‑ready CSV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Analytics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 linear regression model using key predictors: income, education, obesity, smoking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Performance: MAE = 1.69 years, R² = 0.627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Systems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sliders enable real‑time what‑if simulations for any county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 &amp; Networking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an ethical disclaimer to guide responsible use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Outlined future HTTPS + authentication for secure deployment</a:t>
            </a:r>
          </a:p>
          <a:p>
            <a:pPr lvl="1" algn="l"/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None of these alone would create a working, responsible system. Together, they do. This is a synthesis of a unified DSS pipeline, not a collection of parts.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EF64421-53A3-3824-3A44-510655487D50}"/>
              </a:ext>
            </a:extLst>
          </p:cNvPr>
          <p:cNvSpPr txBox="1">
            <a:spLocks/>
          </p:cNvSpPr>
          <p:nvPr/>
        </p:nvSpPr>
        <p:spPr>
          <a:xfrm>
            <a:off x="1171266" y="1014320"/>
            <a:ext cx="7166487" cy="857250"/>
          </a:xfrm>
          <a:prstGeom prst="rect">
            <a:avLst/>
          </a:prstGeom>
        </p:spPr>
        <p:txBody>
          <a:bodyPr vert="horz" lIns="68580" tIns="34290" rIns="68580" bIns="3429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Project Proves Synthesis</a:t>
            </a:r>
            <a:endParaRPr lang="en-US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9212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C9BDD-ED23-C265-3E1A-2B0EAEB44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0161713-FFB7-0D93-BACB-2B16BD623CDE}"/>
              </a:ext>
            </a:extLst>
          </p:cNvPr>
          <p:cNvSpPr/>
          <p:nvPr/>
        </p:nvSpPr>
        <p:spPr>
          <a:xfrm>
            <a:off x="-9268" y="706103"/>
            <a:ext cx="9153268" cy="213155"/>
          </a:xfrm>
          <a:prstGeom prst="rect">
            <a:avLst/>
          </a:prstGeom>
          <a:solidFill>
            <a:srgbClr val="450012"/>
          </a:solidFill>
          <a:ln>
            <a:solidFill>
              <a:srgbClr val="551D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rgbClr val="45001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32964F-416C-C064-ED08-D9DBBD50D2FA}"/>
              </a:ext>
            </a:extLst>
          </p:cNvPr>
          <p:cNvSpPr/>
          <p:nvPr/>
        </p:nvSpPr>
        <p:spPr>
          <a:xfrm>
            <a:off x="-9268" y="5453649"/>
            <a:ext cx="9153268" cy="547099"/>
          </a:xfrm>
          <a:prstGeom prst="rect">
            <a:avLst/>
          </a:prstGeom>
          <a:solidFill>
            <a:srgbClr val="450012"/>
          </a:solidFill>
          <a:ln>
            <a:solidFill>
              <a:srgbClr val="551D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rgbClr val="45001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FE60AF-E561-4417-1922-D5BF9CA46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146" y="5582314"/>
            <a:ext cx="2190234" cy="2897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869544-EFE0-BB40-87BF-D0891B87C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588" y="5582314"/>
            <a:ext cx="2295268" cy="332676"/>
          </a:xfrm>
        </p:spPr>
        <p:txBody>
          <a:bodyPr>
            <a:no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LIFE EXPECTANCY AI</a:t>
            </a:r>
            <a:b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CISBA CAPSTONE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59B6734-D27C-215C-833C-A591891DA96D}"/>
              </a:ext>
            </a:extLst>
          </p:cNvPr>
          <p:cNvSpPr txBox="1">
            <a:spLocks/>
          </p:cNvSpPr>
          <p:nvPr/>
        </p:nvSpPr>
        <p:spPr>
          <a:xfrm>
            <a:off x="285499" y="1759734"/>
            <a:ext cx="8327760" cy="3004586"/>
          </a:xfrm>
          <a:prstGeom prst="rect">
            <a:avLst/>
          </a:prstGeom>
        </p:spPr>
        <p:txBody>
          <a:bodyPr vert="horz" lIns="68580" tIns="34290" rIns="68580" bIns="34290" numCol="1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Real‑time data integration (e.g., CDC APIs for live public‑health updates)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using SHAP values to show why predictions change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Secure cloud deployment with HTTPS, authentication, and user roles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decision tool that can support national‑level public‑health planning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prototype is the first step toward a national public‑health decision tool. It demonstrates synthesis by showing a feasible understanding, as each MS-CISBA area is not only present but also necessary and interconnected. </a:t>
            </a:r>
          </a:p>
          <a:p>
            <a:pPr algn="l">
              <a:lnSpc>
                <a:spcPct val="12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Management → Analytics → Software Systems → Cybersecurity. All four work together to produce a functioning, responsible Decision Support System.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3E02BFB-958C-E123-7D55-A64D5B1A7807}"/>
              </a:ext>
            </a:extLst>
          </p:cNvPr>
          <p:cNvSpPr txBox="1">
            <a:spLocks/>
          </p:cNvSpPr>
          <p:nvPr/>
        </p:nvSpPr>
        <p:spPr>
          <a:xfrm>
            <a:off x="1481266" y="866197"/>
            <a:ext cx="6172200" cy="857250"/>
          </a:xfrm>
          <a:prstGeom prst="rect">
            <a:avLst/>
          </a:prstGeom>
        </p:spPr>
        <p:txBody>
          <a:bodyPr vert="horz" lIns="68580" tIns="34290" rIns="68580" bIns="3429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What’s Next for the DSS</a:t>
            </a:r>
            <a:endParaRPr lang="en-US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408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F6C14-BB5D-684F-808B-BB126292E2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3429000"/>
            <a:ext cx="6858000" cy="952648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BF7816-38E0-CC42-A5EF-76EF8107543A}"/>
              </a:ext>
            </a:extLst>
          </p:cNvPr>
          <p:cNvSpPr/>
          <p:nvPr/>
        </p:nvSpPr>
        <p:spPr>
          <a:xfrm>
            <a:off x="-9268" y="753745"/>
            <a:ext cx="9153268" cy="1826189"/>
          </a:xfrm>
          <a:prstGeom prst="rect">
            <a:avLst/>
          </a:prstGeom>
          <a:solidFill>
            <a:srgbClr val="450012"/>
          </a:solidFill>
          <a:ln>
            <a:solidFill>
              <a:srgbClr val="551D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rgbClr val="45001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CE2F2F-85A1-F944-93B8-D48F89801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862" y="1524180"/>
            <a:ext cx="4065373" cy="53785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F7F087A-1B7A-484B-A0FD-39004E4B232A}"/>
              </a:ext>
            </a:extLst>
          </p:cNvPr>
          <p:cNvSpPr/>
          <p:nvPr/>
        </p:nvSpPr>
        <p:spPr>
          <a:xfrm>
            <a:off x="-9268" y="5453652"/>
            <a:ext cx="9153268" cy="547099"/>
          </a:xfrm>
          <a:prstGeom prst="rect">
            <a:avLst/>
          </a:prstGeom>
          <a:solidFill>
            <a:srgbClr val="450012"/>
          </a:solidFill>
          <a:ln>
            <a:solidFill>
              <a:srgbClr val="551D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E87688-42FF-F8D3-6AE0-B5B65B58FC53}"/>
              </a:ext>
            </a:extLst>
          </p:cNvPr>
          <p:cNvSpPr txBox="1"/>
          <p:nvPr/>
        </p:nvSpPr>
        <p:spPr>
          <a:xfrm>
            <a:off x="4026310" y="4278067"/>
            <a:ext cx="1263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866325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555</Words>
  <Application>Microsoft Office PowerPoint</Application>
  <PresentationFormat>On-screen Show (4:3)</PresentationFormat>
  <Paragraphs>65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Times New Roman</vt:lpstr>
      <vt:lpstr>Office Theme</vt:lpstr>
      <vt:lpstr>Life Expectancy AI</vt:lpstr>
      <vt:lpstr>Life Expectancy AI  CISBA Capstone</vt:lpstr>
      <vt:lpstr>LIFE EXPECTANCY AI  CISBA CAPSTONE</vt:lpstr>
      <vt:lpstr>LIFE EXPECTANCY AI  CISBA CAPSTONE</vt:lpstr>
      <vt:lpstr>Life Expectancy AI  CISBA Capstone</vt:lpstr>
      <vt:lpstr>LIFE EXPECTANCY AI  CISBA CAPSTONE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Demilade Oluwafemi</cp:lastModifiedBy>
  <cp:revision>6</cp:revision>
  <dcterms:created xsi:type="dcterms:W3CDTF">2013-01-27T09:14:16Z</dcterms:created>
  <dcterms:modified xsi:type="dcterms:W3CDTF">2026-05-08T23:53:06Z</dcterms:modified>
  <cp:category/>
</cp:coreProperties>
</file>